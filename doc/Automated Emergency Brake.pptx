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4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95C7204-8DE2-A741-2F68-7D6FDB2886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052" y="561181"/>
            <a:ext cx="6496247" cy="2779623"/>
          </a:xfrm>
        </p:spPr>
        <p:txBody>
          <a:bodyPr anchor="b"/>
          <a:lstStyle>
            <a:lvl1pPr algn="l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/>
              <a:t>Mintacím szerkesztése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B98C37CE-36BD-8730-9928-AA8A1A861C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1052" y="3517196"/>
            <a:ext cx="6496247" cy="1655762"/>
          </a:xfrm>
        </p:spPr>
        <p:txBody>
          <a:bodyPr/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D75D64F-C3F8-9C1E-8863-17A1146F4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816CF25-28A6-44B7-AA26-A9DDEE15FAB8}" type="datetimeFigureOut">
              <a:rPr lang="hu-HU" smtClean="0"/>
              <a:pPr/>
              <a:t>2026. 03. 31.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A61A5DF-F298-E52D-F907-6BA7F8EB0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 dirty="0"/>
              <a:t>Felhasználás kizárólag a Robert Bosch Kft. és a Széchenyi István Egyetem belső, közös megjelenéseihez.</a:t>
            </a:r>
          </a:p>
        </p:txBody>
      </p:sp>
    </p:spTree>
    <p:extLst>
      <p:ext uri="{BB962C8B-B14F-4D97-AF65-F5344CB8AC3E}">
        <p14:creationId xmlns:p14="http://schemas.microsoft.com/office/powerpoint/2010/main" val="3743923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55812A9-EB2E-D4A4-2E97-948992486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956249" cy="85093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/>
              <a:t>Mintacím szerkesztése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F0BBC7D-3468-EE08-E3A2-1143C7A7C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6887"/>
            <a:ext cx="10515600" cy="48100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D49D0ED-E390-7538-C3DE-8FD0D435E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816CF25-28A6-44B7-AA26-A9DDEE15FAB8}" type="datetimeFigureOut">
              <a:rPr lang="hu-HU" smtClean="0"/>
              <a:pPr/>
              <a:t>2026. 03. 31.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EC754B8-ACE0-8B90-0575-3D697B2C1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 dirty="0"/>
              <a:t>Felhasználás kizárólag a Robert Bosch Kft. és a Széchenyi István Egyetem belső, közös megjelenéseihez.</a:t>
            </a:r>
          </a:p>
        </p:txBody>
      </p:sp>
    </p:spTree>
    <p:extLst>
      <p:ext uri="{BB962C8B-B14F-4D97-AF65-F5344CB8AC3E}">
        <p14:creationId xmlns:p14="http://schemas.microsoft.com/office/powerpoint/2010/main" val="779515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2FB1DD0-FEDB-A411-26E6-FEBB09379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/>
              <a:t>Mintacím szerkesztése</a:t>
            </a:r>
            <a:endParaRPr lang="hu-HU" dirty="0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4761D52-9AC9-15D2-ABA1-6B08FFB45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245D6B4-1973-A45A-84BC-988A99217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816CF25-28A6-44B7-AA26-A9DDEE15FAB8}" type="datetimeFigureOut">
              <a:rPr lang="hu-HU" smtClean="0"/>
              <a:pPr/>
              <a:t>2026. 03. 31.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537489A-C8E5-5CB9-B653-2CFB99E4A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/>
              <a:t>Felhasználás kizárólag a Robert Bosch Kft. és a Széchenyi István Egyetem belső, közös megjelenéseihez.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27575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69D1CDF-AF47-0247-832D-651CA1B63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9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/>
              <a:t>Mintacím szerkesztése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8093865-0DB6-8913-0466-8CD8C38D15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94112"/>
            <a:ext cx="5181600" cy="4782851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hu-HU" dirty="0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C07B14EC-76D5-1863-6B1B-CC451C6A0E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94112"/>
            <a:ext cx="5181600" cy="4782851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hu-HU" dirty="0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85190F3-A317-7A6A-5F90-AC669A7A9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816CF25-28A6-44B7-AA26-A9DDEE15FAB8}" type="datetimeFigureOut">
              <a:rPr lang="hu-HU" smtClean="0"/>
              <a:pPr/>
              <a:t>2026. 03. 31.</a:t>
            </a:fld>
            <a:endParaRPr lang="hu-HU" dirty="0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6FCB8E9-54C4-334C-DE1D-591B5CB03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/>
              <a:t>Felhasználás kizárólag a Robert Bosch Kft. és a Széchenyi István Egyetem belső, közös megjelenéseihez.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402230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2615BD3-B634-C139-6581-6A94AFDD3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9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/>
              <a:t>Mintacím szerkesztése</a:t>
            </a:r>
            <a:endParaRPr lang="hu-HU" dirty="0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FE84EB64-70A4-6FA4-29DD-CFE1FAEAB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816CF25-28A6-44B7-AA26-A9DDEE15FAB8}" type="datetimeFigureOut">
              <a:rPr lang="hu-HU" smtClean="0"/>
              <a:pPr/>
              <a:t>2026. 03. 31.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E12CBC24-B838-F0F2-6A1E-831C277ED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/>
              <a:t>Felhasználás kizárólag a Robert Bosch Kft. és a Széchenyi István Egyetem belső, közös megjelenéseihez.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097013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5548DAB5-EC6E-8A13-1991-7636A8BB2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816CF25-28A6-44B7-AA26-A9DDEE15FAB8}" type="datetimeFigureOut">
              <a:rPr lang="hu-HU" smtClean="0"/>
              <a:pPr/>
              <a:t>2026. 03. 31.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0DB277C1-5A5D-0EF3-3371-69D05008A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 dirty="0"/>
              <a:t>Felhasználás kizárólag a Robert Bosch Kft. és a Széchenyi István Egyetem belső, közös megjelenéseihez.</a:t>
            </a:r>
          </a:p>
        </p:txBody>
      </p:sp>
    </p:spTree>
    <p:extLst>
      <p:ext uri="{BB962C8B-B14F-4D97-AF65-F5344CB8AC3E}">
        <p14:creationId xmlns:p14="http://schemas.microsoft.com/office/powerpoint/2010/main" val="3040361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EC61BE21-9B75-7EBA-2131-BCEF3049B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50F380B-BC39-F642-690A-3BDD028E8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B46C49C-4FF7-8C0F-A7EE-4D158CF744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16CF25-28A6-44B7-AA26-A9DDEE15FAB8}" type="datetimeFigureOut">
              <a:rPr lang="hu-HU" smtClean="0"/>
              <a:t>2026. 03. 31.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863EE21-E885-EAD8-E1F8-A0E10D9D64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E0B0632-0574-F41D-4D94-CA238988DF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01FF9C-95C1-4B74-BAE7-F1505A7515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23745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F5BEA70-4269-828C-9F30-E74E143463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/>
              <a:t>Automated</a:t>
            </a:r>
            <a:r>
              <a:rPr lang="hu-HU" dirty="0"/>
              <a:t> Emergency </a:t>
            </a:r>
            <a:r>
              <a:rPr lang="hu-HU" dirty="0" err="1"/>
              <a:t>Brake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5CD029E-EDC9-A39E-67C1-15FB46C6B8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Modern Automotive Software </a:t>
            </a:r>
            <a:r>
              <a:rPr lang="hu-HU" dirty="0" err="1"/>
              <a:t>Development</a:t>
            </a:r>
            <a:endParaRPr lang="hu-HU" dirty="0"/>
          </a:p>
          <a:p>
            <a:r>
              <a:rPr lang="hu-HU" dirty="0"/>
              <a:t>Team 1</a:t>
            </a:r>
          </a:p>
        </p:txBody>
      </p:sp>
    </p:spTree>
    <p:extLst>
      <p:ext uri="{BB962C8B-B14F-4D97-AF65-F5344CB8AC3E}">
        <p14:creationId xmlns:p14="http://schemas.microsoft.com/office/powerpoint/2010/main" val="4003615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BFF7756-4CD4-B6D0-586A-B82E38AE5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Introduction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7E422C7-E425-680B-C47C-E50D54BD5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Motivation</a:t>
            </a:r>
            <a:r>
              <a:rPr lang="hu-HU" dirty="0"/>
              <a:t> </a:t>
            </a:r>
            <a:r>
              <a:rPr lang="hu-HU" dirty="0" err="1"/>
              <a:t>behind</a:t>
            </a:r>
            <a:r>
              <a:rPr lang="hu-HU" dirty="0"/>
              <a:t> AEB</a:t>
            </a:r>
          </a:p>
          <a:p>
            <a:r>
              <a:rPr lang="hu-HU" dirty="0" err="1"/>
              <a:t>Possible</a:t>
            </a:r>
            <a:r>
              <a:rPr lang="hu-HU" dirty="0"/>
              <a:t> </a:t>
            </a:r>
            <a:r>
              <a:rPr lang="hu-HU" dirty="0" err="1"/>
              <a:t>solutions</a:t>
            </a:r>
            <a:endParaRPr lang="hu-HU" dirty="0"/>
          </a:p>
          <a:p>
            <a:r>
              <a:rPr lang="hu-HU" dirty="0" err="1"/>
              <a:t>Standards</a:t>
            </a:r>
            <a:r>
              <a:rPr lang="hu-HU" dirty="0"/>
              <a:t>, </a:t>
            </a:r>
            <a:r>
              <a:rPr lang="hu-HU" dirty="0" err="1"/>
              <a:t>historical</a:t>
            </a:r>
            <a:r>
              <a:rPr lang="hu-HU" dirty="0"/>
              <a:t> </a:t>
            </a:r>
            <a:r>
              <a:rPr lang="hu-HU" dirty="0" err="1"/>
              <a:t>background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62692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603B8-CF88-2676-CCA5-EED34709C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E054DE5-1306-34E3-1318-EACE6171A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Roadmap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B1828EE-A038-7E4B-46A4-4B7232F07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u-HU" dirty="0"/>
              <a:t>[MS1] </a:t>
            </a:r>
            <a:r>
              <a:rPr lang="hu-HU" dirty="0" err="1"/>
              <a:t>Create</a:t>
            </a:r>
            <a:r>
              <a:rPr lang="hu-HU" dirty="0"/>
              <a:t> </a:t>
            </a:r>
            <a:r>
              <a:rPr lang="hu-HU" dirty="0" err="1"/>
              <a:t>Skeleton</a:t>
            </a:r>
            <a:r>
              <a:rPr lang="hu-HU" dirty="0"/>
              <a:t> </a:t>
            </a:r>
            <a:r>
              <a:rPr lang="hu-HU" dirty="0" err="1"/>
              <a:t>Implementation</a:t>
            </a:r>
            <a:r>
              <a:rPr lang="hu-HU" dirty="0"/>
              <a:t> </a:t>
            </a:r>
            <a:r>
              <a:rPr lang="hu-HU" dirty="0" err="1"/>
              <a:t>for</a:t>
            </a:r>
            <a:r>
              <a:rPr lang="hu-HU" dirty="0"/>
              <a:t> </a:t>
            </a:r>
            <a:r>
              <a:rPr lang="hu-HU" dirty="0" err="1"/>
              <a:t>Packages</a:t>
            </a:r>
            <a:r>
              <a:rPr lang="hu-HU" dirty="0"/>
              <a:t> (C++)</a:t>
            </a:r>
          </a:p>
          <a:p>
            <a:pPr lvl="1"/>
            <a:r>
              <a:rPr lang="hu-HU" dirty="0" err="1"/>
              <a:t>DoD</a:t>
            </a:r>
            <a:r>
              <a:rPr lang="hu-HU" dirty="0"/>
              <a:t>: </a:t>
            </a:r>
            <a:r>
              <a:rPr lang="hu-HU" dirty="0" err="1"/>
              <a:t>packages</a:t>
            </a:r>
            <a:r>
              <a:rPr lang="hu-HU" dirty="0"/>
              <a:t>/</a:t>
            </a:r>
            <a:r>
              <a:rPr lang="hu-HU" dirty="0" err="1"/>
              <a:t>nodes</a:t>
            </a:r>
            <a:r>
              <a:rPr lang="hu-HU" dirty="0"/>
              <a:t>, </a:t>
            </a:r>
            <a:r>
              <a:rPr lang="hu-HU" dirty="0" err="1"/>
              <a:t>topic</a:t>
            </a:r>
            <a:r>
              <a:rPr lang="hu-HU" dirty="0"/>
              <a:t>, </a:t>
            </a:r>
            <a:r>
              <a:rPr lang="hu-HU" dirty="0" err="1"/>
              <a:t>subscribers</a:t>
            </a:r>
            <a:r>
              <a:rPr lang="hu-HU" dirty="0"/>
              <a:t>/</a:t>
            </a:r>
            <a:r>
              <a:rPr lang="hu-HU" dirty="0" err="1"/>
              <a:t>publishers</a:t>
            </a:r>
            <a:r>
              <a:rPr lang="hu-HU" dirty="0"/>
              <a:t> + </a:t>
            </a:r>
            <a:r>
              <a:rPr lang="hu-HU" dirty="0" err="1"/>
              <a:t>base</a:t>
            </a:r>
            <a:r>
              <a:rPr lang="hu-HU" dirty="0"/>
              <a:t> </a:t>
            </a:r>
            <a:r>
              <a:rPr lang="hu-HU" dirty="0" err="1"/>
              <a:t>node</a:t>
            </a:r>
            <a:r>
              <a:rPr lang="hu-HU" dirty="0"/>
              <a:t> </a:t>
            </a:r>
            <a:r>
              <a:rPr lang="hu-HU" dirty="0" err="1"/>
              <a:t>methods</a:t>
            </a:r>
            <a:endParaRPr lang="hu-HU" dirty="0"/>
          </a:p>
          <a:p>
            <a:r>
              <a:rPr lang="hu-HU" dirty="0"/>
              <a:t>[MS2] </a:t>
            </a:r>
            <a:r>
              <a:rPr lang="hu-HU" dirty="0" err="1"/>
              <a:t>Implement</a:t>
            </a:r>
            <a:r>
              <a:rPr lang="hu-HU" dirty="0"/>
              <a:t> </a:t>
            </a:r>
            <a:r>
              <a:rPr lang="hu-HU" dirty="0" err="1"/>
              <a:t>dummy</a:t>
            </a:r>
            <a:r>
              <a:rPr lang="hu-HU" dirty="0"/>
              <a:t> </a:t>
            </a:r>
            <a:r>
              <a:rPr lang="hu-HU" dirty="0" err="1"/>
              <a:t>solution</a:t>
            </a:r>
            <a:endParaRPr lang="hu-HU" dirty="0"/>
          </a:p>
          <a:p>
            <a:pPr lvl="1"/>
            <a:r>
              <a:rPr lang="hu-HU" dirty="0" err="1"/>
              <a:t>DoD</a:t>
            </a:r>
            <a:r>
              <a:rPr lang="hu-HU" dirty="0"/>
              <a:t>: </a:t>
            </a:r>
            <a:r>
              <a:rPr lang="hu-HU" dirty="0" err="1"/>
              <a:t>Detect</a:t>
            </a:r>
            <a:r>
              <a:rPr lang="hu-HU" dirty="0"/>
              <a:t> </a:t>
            </a:r>
            <a:r>
              <a:rPr lang="hu-HU" dirty="0" err="1"/>
              <a:t>critical</a:t>
            </a:r>
            <a:r>
              <a:rPr lang="hu-HU" dirty="0"/>
              <a:t> </a:t>
            </a:r>
            <a:r>
              <a:rPr lang="hu-HU" dirty="0" err="1"/>
              <a:t>object</a:t>
            </a:r>
            <a:r>
              <a:rPr lang="hu-HU" dirty="0"/>
              <a:t> </a:t>
            </a:r>
            <a:r>
              <a:rPr lang="hu-HU" dirty="0" err="1"/>
              <a:t>within</a:t>
            </a:r>
            <a:r>
              <a:rPr lang="hu-HU" dirty="0"/>
              <a:t> </a:t>
            </a:r>
            <a:r>
              <a:rPr lang="hu-HU" i="1" dirty="0" err="1"/>
              <a:t>safety_distance</a:t>
            </a:r>
            <a:r>
              <a:rPr lang="hu-HU" i="1" dirty="0"/>
              <a:t> </a:t>
            </a:r>
            <a:r>
              <a:rPr lang="hu-HU" dirty="0"/>
              <a:t>in BP, </a:t>
            </a:r>
            <a:r>
              <a:rPr lang="hu-HU" dirty="0" err="1"/>
              <a:t>we</a:t>
            </a:r>
            <a:r>
              <a:rPr lang="hu-HU" dirty="0"/>
              <a:t> </a:t>
            </a:r>
            <a:r>
              <a:rPr lang="hu-HU" dirty="0" err="1"/>
              <a:t>send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most </a:t>
            </a:r>
            <a:r>
              <a:rPr lang="hu-HU" dirty="0" err="1"/>
              <a:t>severe</a:t>
            </a:r>
            <a:r>
              <a:rPr lang="hu-HU" dirty="0"/>
              <a:t> </a:t>
            </a:r>
            <a:r>
              <a:rPr lang="hu-HU" dirty="0" err="1"/>
              <a:t>strategy</a:t>
            </a:r>
            <a:r>
              <a:rPr lang="hu-HU" dirty="0"/>
              <a:t>; </a:t>
            </a:r>
            <a:r>
              <a:rPr lang="hu-HU" dirty="0" err="1"/>
              <a:t>we</a:t>
            </a:r>
            <a:r>
              <a:rPr lang="hu-HU" dirty="0"/>
              <a:t> </a:t>
            </a:r>
            <a:r>
              <a:rPr lang="hu-HU" dirty="0" err="1"/>
              <a:t>construct</a:t>
            </a:r>
            <a:r>
              <a:rPr lang="hu-HU" dirty="0"/>
              <a:t> a </a:t>
            </a:r>
            <a:r>
              <a:rPr lang="hu-HU" dirty="0" err="1"/>
              <a:t>binary</a:t>
            </a:r>
            <a:r>
              <a:rPr lang="hu-HU" dirty="0"/>
              <a:t> </a:t>
            </a:r>
            <a:r>
              <a:rPr lang="hu-HU" dirty="0" err="1"/>
              <a:t>trajectory</a:t>
            </a:r>
            <a:r>
              <a:rPr lang="hu-HU" dirty="0"/>
              <a:t> (0) in MP; in </a:t>
            </a:r>
            <a:r>
              <a:rPr lang="hu-HU" dirty="0" err="1"/>
              <a:t>Control</a:t>
            </a:r>
            <a:r>
              <a:rPr lang="hu-HU" dirty="0"/>
              <a:t> </a:t>
            </a:r>
            <a:r>
              <a:rPr lang="hu-HU" dirty="0" err="1"/>
              <a:t>send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first</a:t>
            </a:r>
            <a:r>
              <a:rPr lang="hu-HU" dirty="0"/>
              <a:t> </a:t>
            </a:r>
            <a:r>
              <a:rPr lang="hu-HU" dirty="0" err="1"/>
              <a:t>trajectory</a:t>
            </a:r>
            <a:r>
              <a:rPr lang="hu-HU" dirty="0"/>
              <a:t> </a:t>
            </a:r>
            <a:r>
              <a:rPr lang="hu-HU" dirty="0" err="1"/>
              <a:t>point</a:t>
            </a:r>
            <a:r>
              <a:rPr lang="hu-HU" dirty="0"/>
              <a:t> </a:t>
            </a:r>
            <a:r>
              <a:rPr lang="hu-HU" dirty="0" err="1"/>
              <a:t>velocity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control</a:t>
            </a:r>
            <a:r>
              <a:rPr lang="hu-HU" dirty="0"/>
              <a:t> </a:t>
            </a:r>
            <a:r>
              <a:rPr lang="hu-HU" dirty="0" err="1"/>
              <a:t>command</a:t>
            </a:r>
            <a:r>
              <a:rPr lang="hu-HU" dirty="0"/>
              <a:t>  </a:t>
            </a:r>
          </a:p>
          <a:p>
            <a:r>
              <a:rPr lang="hu-HU" dirty="0"/>
              <a:t>[MS3] </a:t>
            </a:r>
            <a:r>
              <a:rPr lang="hu-HU" dirty="0" err="1"/>
              <a:t>Finalize</a:t>
            </a:r>
            <a:r>
              <a:rPr lang="hu-HU" dirty="0"/>
              <a:t> BP </a:t>
            </a:r>
            <a:r>
              <a:rPr lang="hu-HU" dirty="0" err="1"/>
              <a:t>logic</a:t>
            </a:r>
            <a:r>
              <a:rPr lang="hu-HU" dirty="0"/>
              <a:t> </a:t>
            </a:r>
            <a:r>
              <a:rPr lang="hu-HU" dirty="0" err="1"/>
              <a:t>according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requirements</a:t>
            </a:r>
            <a:endParaRPr lang="hu-HU" dirty="0"/>
          </a:p>
          <a:p>
            <a:pPr lvl="1"/>
            <a:r>
              <a:rPr lang="hu-HU" dirty="0" err="1"/>
              <a:t>DoD</a:t>
            </a:r>
            <a:r>
              <a:rPr lang="hu-HU" dirty="0"/>
              <a:t>: The BP </a:t>
            </a:r>
            <a:r>
              <a:rPr lang="hu-HU" dirty="0" err="1"/>
              <a:t>takes</a:t>
            </a:r>
            <a:r>
              <a:rPr lang="hu-HU" dirty="0"/>
              <a:t> </a:t>
            </a:r>
            <a:r>
              <a:rPr lang="hu-HU" dirty="0" err="1"/>
              <a:t>everything</a:t>
            </a:r>
            <a:r>
              <a:rPr lang="hu-HU" dirty="0"/>
              <a:t> </a:t>
            </a:r>
            <a:r>
              <a:rPr lang="hu-HU" dirty="0" err="1"/>
              <a:t>into</a:t>
            </a:r>
            <a:r>
              <a:rPr lang="hu-HU" dirty="0"/>
              <a:t> account: </a:t>
            </a:r>
            <a:r>
              <a:rPr lang="hu-HU" dirty="0" err="1"/>
              <a:t>ego_speed</a:t>
            </a:r>
            <a:r>
              <a:rPr lang="hu-HU" dirty="0"/>
              <a:t>, </a:t>
            </a:r>
            <a:r>
              <a:rPr lang="hu-HU" dirty="0" err="1"/>
              <a:t>ego_acceleration</a:t>
            </a:r>
            <a:r>
              <a:rPr lang="hu-HU" dirty="0"/>
              <a:t>, </a:t>
            </a:r>
            <a:r>
              <a:rPr lang="hu-HU" dirty="0" err="1"/>
              <a:t>object_acceleration</a:t>
            </a:r>
            <a:r>
              <a:rPr lang="hu-HU" dirty="0"/>
              <a:t>, </a:t>
            </a:r>
            <a:r>
              <a:rPr lang="hu-HU" dirty="0" err="1"/>
              <a:t>object_speed</a:t>
            </a:r>
            <a:r>
              <a:rPr lang="hu-HU" dirty="0"/>
              <a:t>; </a:t>
            </a:r>
            <a:r>
              <a:rPr lang="hu-HU" dirty="0" err="1"/>
              <a:t>sends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appropriate</a:t>
            </a:r>
            <a:r>
              <a:rPr lang="hu-HU" dirty="0"/>
              <a:t> </a:t>
            </a:r>
            <a:r>
              <a:rPr lang="hu-HU" dirty="0" err="1"/>
              <a:t>strategy</a:t>
            </a:r>
            <a:r>
              <a:rPr lang="hu-HU" dirty="0"/>
              <a:t> </a:t>
            </a:r>
            <a:r>
              <a:rPr lang="hu-HU" dirty="0" err="1"/>
              <a:t>according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rqmts</a:t>
            </a:r>
            <a:endParaRPr lang="hu-HU" dirty="0"/>
          </a:p>
          <a:p>
            <a:r>
              <a:rPr lang="hu-HU" dirty="0"/>
              <a:t>[MS4] </a:t>
            </a:r>
            <a:r>
              <a:rPr lang="hu-HU" dirty="0" err="1"/>
              <a:t>Finalize</a:t>
            </a:r>
            <a:r>
              <a:rPr lang="hu-HU" dirty="0"/>
              <a:t> MP </a:t>
            </a:r>
            <a:r>
              <a:rPr lang="hu-HU" dirty="0" err="1"/>
              <a:t>logic</a:t>
            </a:r>
            <a:r>
              <a:rPr lang="hu-HU" dirty="0"/>
              <a:t> </a:t>
            </a:r>
            <a:r>
              <a:rPr lang="hu-HU" dirty="0" err="1"/>
              <a:t>according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requirements</a:t>
            </a:r>
            <a:endParaRPr lang="hu-HU" dirty="0"/>
          </a:p>
          <a:p>
            <a:pPr lvl="1"/>
            <a:r>
              <a:rPr lang="hu-HU" dirty="0" err="1"/>
              <a:t>DoD</a:t>
            </a:r>
            <a:r>
              <a:rPr lang="hu-HU" dirty="0"/>
              <a:t>: MP </a:t>
            </a:r>
            <a:r>
              <a:rPr lang="hu-HU" dirty="0" err="1"/>
              <a:t>plans</a:t>
            </a:r>
            <a:r>
              <a:rPr lang="hu-HU" dirty="0"/>
              <a:t> </a:t>
            </a:r>
            <a:r>
              <a:rPr lang="hu-HU" dirty="0" err="1"/>
              <a:t>trajectory</a:t>
            </a:r>
            <a:r>
              <a:rPr lang="hu-HU" dirty="0"/>
              <a:t> </a:t>
            </a:r>
            <a:r>
              <a:rPr lang="hu-HU" dirty="0" err="1"/>
              <a:t>according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physical</a:t>
            </a:r>
            <a:r>
              <a:rPr lang="hu-HU" dirty="0"/>
              <a:t> </a:t>
            </a:r>
            <a:r>
              <a:rPr lang="hu-HU" dirty="0" err="1"/>
              <a:t>constraints</a:t>
            </a:r>
            <a:r>
              <a:rPr lang="hu-HU" dirty="0"/>
              <a:t> &amp; </a:t>
            </a:r>
            <a:r>
              <a:rPr lang="hu-HU" dirty="0" err="1"/>
              <a:t>strategy</a:t>
            </a:r>
            <a:endParaRPr lang="hu-HU" dirty="0"/>
          </a:p>
          <a:p>
            <a:r>
              <a:rPr lang="hu-HU" dirty="0"/>
              <a:t>[MS5] </a:t>
            </a:r>
            <a:r>
              <a:rPr lang="hu-HU" dirty="0" err="1"/>
              <a:t>Delivery</a:t>
            </a:r>
            <a:endParaRPr lang="hu-HU" dirty="0"/>
          </a:p>
          <a:p>
            <a:pPr lvl="1"/>
            <a:r>
              <a:rPr lang="hu-HU" dirty="0" err="1"/>
              <a:t>DoD</a:t>
            </a:r>
            <a:r>
              <a:rPr lang="hu-HU" dirty="0"/>
              <a:t>: </a:t>
            </a:r>
            <a:r>
              <a:rPr lang="hu-HU" dirty="0" err="1"/>
              <a:t>Everything</a:t>
            </a:r>
            <a:r>
              <a:rPr lang="hu-HU" dirty="0"/>
              <a:t> </a:t>
            </a:r>
            <a:r>
              <a:rPr lang="hu-HU" dirty="0" err="1"/>
              <a:t>works</a:t>
            </a:r>
            <a:r>
              <a:rPr lang="hu-HU" dirty="0"/>
              <a:t> </a:t>
            </a:r>
            <a:r>
              <a:rPr lang="hu-HU" dirty="0" err="1"/>
              <a:t>according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rqmts</a:t>
            </a:r>
            <a:r>
              <a:rPr lang="hu-HU" dirty="0"/>
              <a:t>,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documentation</a:t>
            </a:r>
            <a:r>
              <a:rPr lang="hu-HU" dirty="0"/>
              <a:t> is </a:t>
            </a:r>
            <a:r>
              <a:rPr lang="hu-HU" dirty="0" err="1"/>
              <a:t>done</a:t>
            </a:r>
            <a:r>
              <a:rPr lang="hu-H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40335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03F66-F796-94FC-B25D-F14BBA6C4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0A86D5E-B094-AF43-19B2-74AB818C3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Roadmap</a:t>
            </a:r>
            <a:r>
              <a:rPr lang="en-US" dirty="0"/>
              <a:t> 2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E682BAB-A63D-0291-1A4D-F34CCCAF3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u-HU" dirty="0"/>
              <a:t>[MS1] </a:t>
            </a:r>
            <a:r>
              <a:rPr lang="hu-HU" dirty="0" err="1"/>
              <a:t>Create</a:t>
            </a:r>
            <a:r>
              <a:rPr lang="hu-HU" dirty="0"/>
              <a:t> </a:t>
            </a:r>
            <a:r>
              <a:rPr lang="hu-HU" dirty="0" err="1"/>
              <a:t>Skeleton</a:t>
            </a:r>
            <a:r>
              <a:rPr lang="hu-HU" dirty="0"/>
              <a:t> </a:t>
            </a:r>
            <a:r>
              <a:rPr lang="hu-HU" dirty="0" err="1"/>
              <a:t>Implementation</a:t>
            </a:r>
            <a:r>
              <a:rPr lang="hu-HU" dirty="0"/>
              <a:t> </a:t>
            </a:r>
            <a:r>
              <a:rPr lang="hu-HU" dirty="0" err="1"/>
              <a:t>for</a:t>
            </a:r>
            <a:r>
              <a:rPr lang="hu-HU" dirty="0"/>
              <a:t> </a:t>
            </a:r>
            <a:r>
              <a:rPr lang="hu-HU" dirty="0" err="1"/>
              <a:t>Packages</a:t>
            </a:r>
            <a:r>
              <a:rPr lang="hu-HU" dirty="0"/>
              <a:t> (C++)</a:t>
            </a:r>
          </a:p>
          <a:p>
            <a:pPr lvl="1"/>
            <a:r>
              <a:rPr lang="hu-HU" dirty="0" err="1"/>
              <a:t>DoD</a:t>
            </a:r>
            <a:r>
              <a:rPr lang="hu-HU" dirty="0"/>
              <a:t>: </a:t>
            </a:r>
            <a:r>
              <a:rPr lang="hu-HU" dirty="0" err="1"/>
              <a:t>packages</a:t>
            </a:r>
            <a:r>
              <a:rPr lang="hu-HU" dirty="0"/>
              <a:t>/</a:t>
            </a:r>
            <a:r>
              <a:rPr lang="hu-HU" dirty="0" err="1"/>
              <a:t>nodes</a:t>
            </a:r>
            <a:r>
              <a:rPr lang="hu-HU" dirty="0"/>
              <a:t>, </a:t>
            </a:r>
            <a:r>
              <a:rPr lang="hu-HU" dirty="0" err="1"/>
              <a:t>topic</a:t>
            </a:r>
            <a:r>
              <a:rPr lang="hu-HU" dirty="0"/>
              <a:t>, </a:t>
            </a:r>
            <a:r>
              <a:rPr lang="hu-HU" dirty="0" err="1"/>
              <a:t>subscribers</a:t>
            </a:r>
            <a:r>
              <a:rPr lang="hu-HU" dirty="0"/>
              <a:t>/</a:t>
            </a:r>
            <a:r>
              <a:rPr lang="hu-HU" dirty="0" err="1"/>
              <a:t>publishers</a:t>
            </a:r>
            <a:r>
              <a:rPr lang="hu-HU" dirty="0"/>
              <a:t> + </a:t>
            </a:r>
            <a:r>
              <a:rPr lang="hu-HU" dirty="0" err="1"/>
              <a:t>base</a:t>
            </a:r>
            <a:r>
              <a:rPr lang="hu-HU" dirty="0"/>
              <a:t> </a:t>
            </a:r>
            <a:r>
              <a:rPr lang="hu-HU" dirty="0" err="1"/>
              <a:t>node</a:t>
            </a:r>
            <a:r>
              <a:rPr lang="hu-HU" dirty="0"/>
              <a:t> </a:t>
            </a:r>
            <a:r>
              <a:rPr lang="hu-HU" dirty="0" err="1"/>
              <a:t>methods</a:t>
            </a:r>
            <a:endParaRPr lang="hu-HU" dirty="0"/>
          </a:p>
          <a:p>
            <a:r>
              <a:rPr lang="hu-HU" dirty="0"/>
              <a:t>[MS2] </a:t>
            </a:r>
            <a:r>
              <a:rPr lang="hu-HU" dirty="0" err="1"/>
              <a:t>Implement</a:t>
            </a:r>
            <a:r>
              <a:rPr lang="hu-HU" dirty="0"/>
              <a:t> </a:t>
            </a:r>
            <a:r>
              <a:rPr lang="hu-HU" dirty="0" err="1"/>
              <a:t>dummy</a:t>
            </a:r>
            <a:r>
              <a:rPr lang="hu-HU" dirty="0"/>
              <a:t> </a:t>
            </a:r>
            <a:r>
              <a:rPr lang="hu-HU" dirty="0" err="1"/>
              <a:t>solution</a:t>
            </a:r>
            <a:endParaRPr lang="hu-HU" dirty="0"/>
          </a:p>
          <a:p>
            <a:pPr lvl="1"/>
            <a:r>
              <a:rPr lang="hu-HU" dirty="0" err="1"/>
              <a:t>DoD</a:t>
            </a:r>
            <a:r>
              <a:rPr lang="hu-HU" dirty="0"/>
              <a:t>: </a:t>
            </a:r>
            <a:r>
              <a:rPr lang="hu-HU" dirty="0" err="1"/>
              <a:t>Detect</a:t>
            </a:r>
            <a:r>
              <a:rPr lang="hu-HU" dirty="0"/>
              <a:t> </a:t>
            </a:r>
            <a:r>
              <a:rPr lang="hu-HU" dirty="0" err="1"/>
              <a:t>critical</a:t>
            </a:r>
            <a:r>
              <a:rPr lang="hu-HU" dirty="0"/>
              <a:t> </a:t>
            </a:r>
            <a:r>
              <a:rPr lang="hu-HU" dirty="0" err="1"/>
              <a:t>object</a:t>
            </a:r>
            <a:r>
              <a:rPr lang="hu-HU" dirty="0"/>
              <a:t> </a:t>
            </a:r>
            <a:r>
              <a:rPr lang="hu-HU" dirty="0" err="1"/>
              <a:t>within</a:t>
            </a:r>
            <a:r>
              <a:rPr lang="hu-HU" dirty="0"/>
              <a:t> </a:t>
            </a:r>
            <a:r>
              <a:rPr lang="hu-HU" i="1" dirty="0" err="1"/>
              <a:t>safety_distance</a:t>
            </a:r>
            <a:r>
              <a:rPr lang="hu-HU" i="1" dirty="0"/>
              <a:t> </a:t>
            </a:r>
            <a:r>
              <a:rPr lang="hu-HU" dirty="0"/>
              <a:t>in BP, </a:t>
            </a:r>
            <a:r>
              <a:rPr lang="hu-HU" dirty="0" err="1"/>
              <a:t>we</a:t>
            </a:r>
            <a:r>
              <a:rPr lang="hu-HU" dirty="0"/>
              <a:t> </a:t>
            </a:r>
            <a:r>
              <a:rPr lang="hu-HU" dirty="0" err="1"/>
              <a:t>send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most </a:t>
            </a:r>
            <a:r>
              <a:rPr lang="hu-HU" dirty="0" err="1"/>
              <a:t>severe</a:t>
            </a:r>
            <a:r>
              <a:rPr lang="hu-HU" dirty="0"/>
              <a:t> </a:t>
            </a:r>
            <a:r>
              <a:rPr lang="hu-HU" dirty="0" err="1"/>
              <a:t>strategy</a:t>
            </a:r>
            <a:r>
              <a:rPr lang="hu-HU" dirty="0"/>
              <a:t>; </a:t>
            </a:r>
            <a:r>
              <a:rPr lang="hu-HU" dirty="0" err="1"/>
              <a:t>we</a:t>
            </a:r>
            <a:r>
              <a:rPr lang="hu-HU" dirty="0"/>
              <a:t> </a:t>
            </a:r>
            <a:r>
              <a:rPr lang="hu-HU" dirty="0" err="1"/>
              <a:t>construct</a:t>
            </a:r>
            <a:r>
              <a:rPr lang="hu-HU" dirty="0"/>
              <a:t> a </a:t>
            </a:r>
            <a:r>
              <a:rPr lang="hu-HU" dirty="0" err="1"/>
              <a:t>binary</a:t>
            </a:r>
            <a:r>
              <a:rPr lang="hu-HU" dirty="0"/>
              <a:t> </a:t>
            </a:r>
            <a:r>
              <a:rPr lang="hu-HU" dirty="0" err="1"/>
              <a:t>trajectory</a:t>
            </a:r>
            <a:r>
              <a:rPr lang="hu-HU" dirty="0"/>
              <a:t> (0) in MP; in </a:t>
            </a:r>
            <a:r>
              <a:rPr lang="hu-HU" dirty="0" err="1"/>
              <a:t>Control</a:t>
            </a:r>
            <a:r>
              <a:rPr lang="hu-HU" dirty="0"/>
              <a:t> </a:t>
            </a:r>
            <a:r>
              <a:rPr lang="hu-HU" dirty="0" err="1"/>
              <a:t>send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first</a:t>
            </a:r>
            <a:r>
              <a:rPr lang="hu-HU" dirty="0"/>
              <a:t> </a:t>
            </a:r>
            <a:r>
              <a:rPr lang="hu-HU" dirty="0" err="1"/>
              <a:t>trajectory</a:t>
            </a:r>
            <a:r>
              <a:rPr lang="hu-HU" dirty="0"/>
              <a:t> </a:t>
            </a:r>
            <a:r>
              <a:rPr lang="hu-HU" dirty="0" err="1"/>
              <a:t>point</a:t>
            </a:r>
            <a:r>
              <a:rPr lang="hu-HU" dirty="0"/>
              <a:t> </a:t>
            </a:r>
            <a:r>
              <a:rPr lang="hu-HU" dirty="0" err="1"/>
              <a:t>velocity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control</a:t>
            </a:r>
            <a:r>
              <a:rPr lang="hu-HU" dirty="0"/>
              <a:t> </a:t>
            </a:r>
            <a:r>
              <a:rPr lang="hu-HU" dirty="0" err="1"/>
              <a:t>command</a:t>
            </a:r>
            <a:r>
              <a:rPr lang="hu-HU" dirty="0"/>
              <a:t>  </a:t>
            </a:r>
          </a:p>
          <a:p>
            <a:r>
              <a:rPr lang="hu-HU" dirty="0"/>
              <a:t>[MS3]</a:t>
            </a:r>
            <a:r>
              <a:rPr lang="en-US" dirty="0"/>
              <a:t> </a:t>
            </a:r>
            <a:r>
              <a:rPr lang="en-US" dirty="0" err="1"/>
              <a:t>Polinomial</a:t>
            </a:r>
            <a:r>
              <a:rPr lang="en-US" dirty="0"/>
              <a:t> trajectory coefficient calculation</a:t>
            </a:r>
            <a:endParaRPr lang="hu-HU" dirty="0"/>
          </a:p>
          <a:p>
            <a:pPr lvl="1"/>
            <a:r>
              <a:rPr lang="hu-HU" dirty="0"/>
              <a:t>DoD:</a:t>
            </a:r>
            <a:r>
              <a:rPr lang="en-US" dirty="0"/>
              <a:t> Time based polynomial coefficients are calculated and maximum acceleration, jerk are calculated </a:t>
            </a:r>
          </a:p>
          <a:p>
            <a:r>
              <a:rPr lang="hu-HU" dirty="0"/>
              <a:t>[MS4] Finalize </a:t>
            </a:r>
            <a:r>
              <a:rPr lang="en-US" dirty="0"/>
              <a:t>BP, </a:t>
            </a:r>
            <a:r>
              <a:rPr lang="hu-HU" dirty="0"/>
              <a:t>MP</a:t>
            </a:r>
            <a:r>
              <a:rPr lang="en-US" dirty="0"/>
              <a:t> and Control</a:t>
            </a:r>
            <a:r>
              <a:rPr lang="hu-HU" dirty="0"/>
              <a:t> logic according to requirements</a:t>
            </a:r>
          </a:p>
          <a:p>
            <a:pPr lvl="1"/>
            <a:r>
              <a:rPr lang="hu-HU" dirty="0"/>
              <a:t>DoD: </a:t>
            </a:r>
            <a:r>
              <a:rPr lang="en-US" dirty="0"/>
              <a:t>Evaluate distance-based trajectory based on time-based coefficients; control logic implementation (+ safety limit jerk &amp; acceleration</a:t>
            </a:r>
            <a:r>
              <a:rPr lang="en-US"/>
              <a:t>); finalize BP, MP</a:t>
            </a:r>
            <a:endParaRPr lang="hu-HU" dirty="0"/>
          </a:p>
          <a:p>
            <a:r>
              <a:rPr lang="hu-HU" dirty="0"/>
              <a:t>[MS5] </a:t>
            </a:r>
            <a:r>
              <a:rPr lang="hu-HU" dirty="0" err="1"/>
              <a:t>Delivery</a:t>
            </a:r>
            <a:endParaRPr lang="hu-HU" dirty="0"/>
          </a:p>
          <a:p>
            <a:pPr lvl="1"/>
            <a:r>
              <a:rPr lang="hu-HU" dirty="0" err="1"/>
              <a:t>DoD</a:t>
            </a:r>
            <a:r>
              <a:rPr lang="hu-HU" dirty="0"/>
              <a:t>: </a:t>
            </a:r>
            <a:r>
              <a:rPr lang="hu-HU" dirty="0" err="1"/>
              <a:t>Everything</a:t>
            </a:r>
            <a:r>
              <a:rPr lang="hu-HU" dirty="0"/>
              <a:t> </a:t>
            </a:r>
            <a:r>
              <a:rPr lang="hu-HU" dirty="0" err="1"/>
              <a:t>works</a:t>
            </a:r>
            <a:r>
              <a:rPr lang="hu-HU" dirty="0"/>
              <a:t> </a:t>
            </a:r>
            <a:r>
              <a:rPr lang="hu-HU" dirty="0" err="1"/>
              <a:t>according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rqmts</a:t>
            </a:r>
            <a:r>
              <a:rPr lang="hu-HU" dirty="0"/>
              <a:t>,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documentation</a:t>
            </a:r>
            <a:r>
              <a:rPr lang="hu-HU" dirty="0"/>
              <a:t> is </a:t>
            </a:r>
            <a:r>
              <a:rPr lang="hu-HU" dirty="0" err="1"/>
              <a:t>done</a:t>
            </a:r>
            <a:r>
              <a:rPr lang="hu-H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45756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96E21D-007E-CD84-6BA1-4735258F5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Subject</a:t>
            </a:r>
            <a:r>
              <a:rPr lang="hu-HU" dirty="0"/>
              <a:t> </a:t>
            </a:r>
            <a:r>
              <a:rPr lang="hu-HU" dirty="0" err="1"/>
              <a:t>background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CAB24D8-10A2-AB3F-8004-16DC4D08F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Teams</a:t>
            </a:r>
            <a:endParaRPr lang="hu-HU" dirty="0"/>
          </a:p>
          <a:p>
            <a:r>
              <a:rPr lang="hu-HU" dirty="0" err="1"/>
              <a:t>Subject</a:t>
            </a:r>
            <a:r>
              <a:rPr lang="hu-HU" dirty="0"/>
              <a:t> </a:t>
            </a:r>
            <a:r>
              <a:rPr lang="hu-HU" dirty="0" err="1"/>
              <a:t>concept</a:t>
            </a:r>
            <a:endParaRPr lang="hu-HU" dirty="0"/>
          </a:p>
          <a:p>
            <a:r>
              <a:rPr lang="hu-HU" dirty="0" err="1"/>
              <a:t>Tools</a:t>
            </a:r>
            <a:endParaRPr lang="hu-HU" dirty="0"/>
          </a:p>
          <a:p>
            <a:r>
              <a:rPr lang="hu-HU" dirty="0"/>
              <a:t>Project </a:t>
            </a:r>
            <a:r>
              <a:rPr lang="hu-HU" dirty="0" err="1"/>
              <a:t>planning</a:t>
            </a:r>
            <a:r>
              <a:rPr lang="hu-HU" dirty="0"/>
              <a:t> and </a:t>
            </a:r>
            <a:r>
              <a:rPr lang="hu-HU" dirty="0" err="1"/>
              <a:t>tasks</a:t>
            </a:r>
            <a:r>
              <a:rPr lang="hu-HU" dirty="0"/>
              <a:t> (</a:t>
            </a:r>
            <a:r>
              <a:rPr lang="hu-HU" dirty="0" err="1"/>
              <a:t>possible</a:t>
            </a:r>
            <a:r>
              <a:rPr lang="hu-HU" dirty="0"/>
              <a:t> </a:t>
            </a:r>
            <a:r>
              <a:rPr lang="hu-HU" dirty="0" err="1"/>
              <a:t>separate</a:t>
            </a:r>
            <a:r>
              <a:rPr lang="hu-HU" dirty="0"/>
              <a:t> </a:t>
            </a:r>
            <a:r>
              <a:rPr lang="hu-HU" dirty="0" err="1"/>
              <a:t>slide</a:t>
            </a:r>
            <a:r>
              <a:rPr lang="hu-H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00134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C0E469C-E30D-5EBD-C97A-2EEC3EE49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Requirements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E320CBC-5360-018B-216D-45A27D1FF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19104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136084E-E9D3-14A3-447A-1FC4E021C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Implementation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316423C-1EE9-383A-4B92-4C6FB7A29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ROS</a:t>
            </a:r>
          </a:p>
          <a:p>
            <a:r>
              <a:rPr lang="hu-HU" dirty="0" err="1"/>
              <a:t>Nodes</a:t>
            </a:r>
            <a:endParaRPr lang="hu-HU" dirty="0"/>
          </a:p>
          <a:p>
            <a:r>
              <a:rPr lang="hu-HU" dirty="0" err="1"/>
              <a:t>Physical</a:t>
            </a:r>
            <a:r>
              <a:rPr lang="hu-HU" dirty="0"/>
              <a:t> </a:t>
            </a:r>
            <a:r>
              <a:rPr lang="hu-HU" dirty="0" err="1"/>
              <a:t>equations</a:t>
            </a:r>
            <a:r>
              <a:rPr lang="hu-HU" dirty="0"/>
              <a:t> </a:t>
            </a:r>
          </a:p>
          <a:p>
            <a:r>
              <a:rPr lang="hu-HU" dirty="0" err="1"/>
              <a:t>Code</a:t>
            </a:r>
            <a:r>
              <a:rPr lang="hu-H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84740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D5A3622-BA5D-A595-B559-8252BF5E9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Validation</a:t>
            </a:r>
            <a:r>
              <a:rPr lang="hu-HU" dirty="0"/>
              <a:t> </a:t>
            </a:r>
            <a:r>
              <a:rPr lang="hu-HU" dirty="0" err="1"/>
              <a:t>concept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84B1C3A-EAA6-D8F0-ABEC-4869B8975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Simulation</a:t>
            </a:r>
            <a:endParaRPr lang="hu-HU" dirty="0"/>
          </a:p>
          <a:p>
            <a:r>
              <a:rPr lang="hu-HU" dirty="0" err="1"/>
              <a:t>Vehicle</a:t>
            </a:r>
            <a:r>
              <a:rPr lang="hu-HU" dirty="0"/>
              <a:t> </a:t>
            </a:r>
            <a:r>
              <a:rPr lang="hu-HU" dirty="0" err="1"/>
              <a:t>Integration</a:t>
            </a:r>
            <a:r>
              <a:rPr lang="hu-HU" dirty="0"/>
              <a:t> (</a:t>
            </a:r>
            <a:r>
              <a:rPr lang="hu-HU" dirty="0" err="1"/>
              <a:t>support</a:t>
            </a:r>
            <a:r>
              <a:rPr lang="hu-HU" dirty="0"/>
              <a:t> </a:t>
            </a:r>
            <a:r>
              <a:rPr lang="hu-HU" dirty="0" err="1"/>
              <a:t>from</a:t>
            </a:r>
            <a:r>
              <a:rPr lang="hu-HU" dirty="0"/>
              <a:t> </a:t>
            </a:r>
            <a:r>
              <a:rPr lang="hu-HU" dirty="0" err="1"/>
              <a:t>mentors</a:t>
            </a:r>
            <a:r>
              <a:rPr lang="hu-H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76090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572D1EE-3742-D53C-E76A-528B8CF71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Results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0FCF3D4-23A9-FE83-3918-DD7F2340C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31289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osch_SZE_template.potx" id="{C4552634-B2F6-48E6-9E23-3931CC04BCCE}" vid="{74F32713-61E4-4B49-AEE6-C318DB1D29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Bosch_SZE_template</Template>
  <TotalTime>95</TotalTime>
  <Words>359</Words>
  <Application>Microsoft Office PowerPoint</Application>
  <PresentationFormat>Widescreen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Office-téma</vt:lpstr>
      <vt:lpstr>Automated Emergency Brake</vt:lpstr>
      <vt:lpstr>Introduction</vt:lpstr>
      <vt:lpstr>Roadmap</vt:lpstr>
      <vt:lpstr>Roadmap 2</vt:lpstr>
      <vt:lpstr>Subject background</vt:lpstr>
      <vt:lpstr>Requirements</vt:lpstr>
      <vt:lpstr>Implementation</vt:lpstr>
      <vt:lpstr>Validation concept</vt:lpstr>
      <vt:lpstr>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Igneczi Gergo Ferenc (RBHU/TER-UNI-HU)</dc:creator>
  <cp:lastModifiedBy>Darabos Benjámin</cp:lastModifiedBy>
  <cp:revision>3</cp:revision>
  <dcterms:created xsi:type="dcterms:W3CDTF">2026-02-25T06:59:25Z</dcterms:created>
  <dcterms:modified xsi:type="dcterms:W3CDTF">2026-03-31T08:31:24Z</dcterms:modified>
</cp:coreProperties>
</file>